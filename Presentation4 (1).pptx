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15"/>
  </p:notesMasterIdLst>
  <p:sldIdLst>
    <p:sldId id="260" r:id="rId2"/>
    <p:sldId id="256" r:id="rId3"/>
    <p:sldId id="257" r:id="rId4"/>
    <p:sldId id="258" r:id="rId5"/>
    <p:sldId id="259"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ADAA1D-377C-44BF-A124-74B745318BD5}" v="3" dt="2026-01-04T11:38:38.1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7" d="100"/>
          <a:sy n="107" d="100"/>
        </p:scale>
        <p:origin x="75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5F0993-A83B-4FE4-8194-94693AF77FAA}" type="datetimeFigureOut">
              <a:rPr lang="en-IN" smtClean="0"/>
              <a:t>04-01-2026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609263-22BF-4075-B242-8510DFA89ABD}" type="slidenum">
              <a:rPr lang="en-IN" smtClean="0"/>
              <a:t>‹#›</a:t>
            </a:fld>
            <a:endParaRPr lang="en-IN"/>
          </a:p>
        </p:txBody>
      </p:sp>
    </p:spTree>
    <p:extLst>
      <p:ext uri="{BB962C8B-B14F-4D97-AF65-F5344CB8AC3E}">
        <p14:creationId xmlns:p14="http://schemas.microsoft.com/office/powerpoint/2010/main" val="2106923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A609263-22BF-4075-B242-8510DFA89ABD}" type="slidenum">
              <a:rPr lang="en-IN" smtClean="0"/>
              <a:t>10</a:t>
            </a:fld>
            <a:endParaRPr lang="en-IN"/>
          </a:p>
        </p:txBody>
      </p:sp>
    </p:spTree>
    <p:extLst>
      <p:ext uri="{BB962C8B-B14F-4D97-AF65-F5344CB8AC3E}">
        <p14:creationId xmlns:p14="http://schemas.microsoft.com/office/powerpoint/2010/main" val="4013879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800A2-2A05-1C46-DF51-DA8951D892D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47E34446-8094-CD63-33D5-B9F4824819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4E712D77-AA2B-F230-4B80-16BDCE3DF447}"/>
              </a:ext>
            </a:extLst>
          </p:cNvPr>
          <p:cNvSpPr>
            <a:spLocks noGrp="1"/>
          </p:cNvSpPr>
          <p:nvPr>
            <p:ph type="dt" sz="half" idx="10"/>
          </p:nvPr>
        </p:nvSpPr>
        <p:spPr/>
        <p:txBody>
          <a:bodyPr/>
          <a:lstStyle/>
          <a:p>
            <a:fld id="{A52DBC4C-624B-476C-B0F5-73363F2860AE}" type="datetimeFigureOut">
              <a:rPr lang="en-IN" smtClean="0"/>
              <a:t>04-01-2026</a:t>
            </a:fld>
            <a:endParaRPr lang="en-IN"/>
          </a:p>
        </p:txBody>
      </p:sp>
      <p:sp>
        <p:nvSpPr>
          <p:cNvPr id="5" name="Footer Placeholder 4">
            <a:extLst>
              <a:ext uri="{FF2B5EF4-FFF2-40B4-BE49-F238E27FC236}">
                <a16:creationId xmlns:a16="http://schemas.microsoft.com/office/drawing/2014/main" id="{47DD23BB-D4AF-F736-0A0C-700127B138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82D192-4760-21E0-DE5D-8C81A30B96F2}"/>
              </a:ext>
            </a:extLst>
          </p:cNvPr>
          <p:cNvSpPr>
            <a:spLocks noGrp="1"/>
          </p:cNvSpPr>
          <p:nvPr>
            <p:ph type="sldNum" sz="quarter" idx="12"/>
          </p:nvPr>
        </p:nvSpPr>
        <p:spPr/>
        <p:txBody>
          <a:bodyPr/>
          <a:lstStyle/>
          <a:p>
            <a:fld id="{F851C807-9246-4181-A8C8-0F69C7F096ED}" type="slidenum">
              <a:rPr lang="en-IN" smtClean="0"/>
              <a:t>‹#›</a:t>
            </a:fld>
            <a:endParaRPr lang="en-IN"/>
          </a:p>
        </p:txBody>
      </p:sp>
    </p:spTree>
    <p:extLst>
      <p:ext uri="{BB962C8B-B14F-4D97-AF65-F5344CB8AC3E}">
        <p14:creationId xmlns:p14="http://schemas.microsoft.com/office/powerpoint/2010/main" val="225341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C2658-5CB7-6593-59B0-4A78DDB5D6FD}"/>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E79B8DDB-2223-CE0F-868F-9F30EA635F1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06A62573-91BE-D4C9-94D7-EE6AEFC7AAC6}"/>
              </a:ext>
            </a:extLst>
          </p:cNvPr>
          <p:cNvSpPr>
            <a:spLocks noGrp="1"/>
          </p:cNvSpPr>
          <p:nvPr>
            <p:ph type="dt" sz="half" idx="10"/>
          </p:nvPr>
        </p:nvSpPr>
        <p:spPr/>
        <p:txBody>
          <a:bodyPr/>
          <a:lstStyle/>
          <a:p>
            <a:fld id="{A52DBC4C-624B-476C-B0F5-73363F2860AE}" type="datetimeFigureOut">
              <a:rPr lang="en-IN" smtClean="0"/>
              <a:t>04-01-2026</a:t>
            </a:fld>
            <a:endParaRPr lang="en-IN"/>
          </a:p>
        </p:txBody>
      </p:sp>
      <p:sp>
        <p:nvSpPr>
          <p:cNvPr id="5" name="Footer Placeholder 4">
            <a:extLst>
              <a:ext uri="{FF2B5EF4-FFF2-40B4-BE49-F238E27FC236}">
                <a16:creationId xmlns:a16="http://schemas.microsoft.com/office/drawing/2014/main" id="{A922EE1D-D7E2-0EF5-E9EF-BF30A81EF9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BDE10E-9B6B-44EC-D0B1-46EB3E0684C2}"/>
              </a:ext>
            </a:extLst>
          </p:cNvPr>
          <p:cNvSpPr>
            <a:spLocks noGrp="1"/>
          </p:cNvSpPr>
          <p:nvPr>
            <p:ph type="sldNum" sz="quarter" idx="12"/>
          </p:nvPr>
        </p:nvSpPr>
        <p:spPr/>
        <p:txBody>
          <a:bodyPr/>
          <a:lstStyle/>
          <a:p>
            <a:fld id="{F851C807-9246-4181-A8C8-0F69C7F096ED}" type="slidenum">
              <a:rPr lang="en-IN" smtClean="0"/>
              <a:t>‹#›</a:t>
            </a:fld>
            <a:endParaRPr lang="en-IN"/>
          </a:p>
        </p:txBody>
      </p:sp>
    </p:spTree>
    <p:extLst>
      <p:ext uri="{BB962C8B-B14F-4D97-AF65-F5344CB8AC3E}">
        <p14:creationId xmlns:p14="http://schemas.microsoft.com/office/powerpoint/2010/main" val="5792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8158C-983D-0253-472F-0EC802E2C05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67A07D3A-6216-6EFE-87CC-CFD8343CA2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B4198AE-6DF5-C4FA-1FBE-F55602410CFA}"/>
              </a:ext>
            </a:extLst>
          </p:cNvPr>
          <p:cNvSpPr>
            <a:spLocks noGrp="1"/>
          </p:cNvSpPr>
          <p:nvPr>
            <p:ph type="dt" sz="half" idx="10"/>
          </p:nvPr>
        </p:nvSpPr>
        <p:spPr/>
        <p:txBody>
          <a:bodyPr/>
          <a:lstStyle/>
          <a:p>
            <a:fld id="{A52DBC4C-624B-476C-B0F5-73363F2860AE}" type="datetimeFigureOut">
              <a:rPr lang="en-IN" smtClean="0"/>
              <a:t>04-01-2026</a:t>
            </a:fld>
            <a:endParaRPr lang="en-IN"/>
          </a:p>
        </p:txBody>
      </p:sp>
      <p:sp>
        <p:nvSpPr>
          <p:cNvPr id="5" name="Footer Placeholder 4">
            <a:extLst>
              <a:ext uri="{FF2B5EF4-FFF2-40B4-BE49-F238E27FC236}">
                <a16:creationId xmlns:a16="http://schemas.microsoft.com/office/drawing/2014/main" id="{65D75227-45F0-D7CC-CB3E-E4721A488D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BDAFA3-3425-273B-7414-B2ACA4FA0B27}"/>
              </a:ext>
            </a:extLst>
          </p:cNvPr>
          <p:cNvSpPr>
            <a:spLocks noGrp="1"/>
          </p:cNvSpPr>
          <p:nvPr>
            <p:ph type="sldNum" sz="quarter" idx="12"/>
          </p:nvPr>
        </p:nvSpPr>
        <p:spPr/>
        <p:txBody>
          <a:bodyPr/>
          <a:lstStyle/>
          <a:p>
            <a:fld id="{F851C807-9246-4181-A8C8-0F69C7F096ED}" type="slidenum">
              <a:rPr lang="en-IN" smtClean="0"/>
              <a:t>‹#›</a:t>
            </a:fld>
            <a:endParaRPr lang="en-IN"/>
          </a:p>
        </p:txBody>
      </p:sp>
    </p:spTree>
    <p:extLst>
      <p:ext uri="{BB962C8B-B14F-4D97-AF65-F5344CB8AC3E}">
        <p14:creationId xmlns:p14="http://schemas.microsoft.com/office/powerpoint/2010/main" val="3430289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2FF9D-4128-4FB4-9A75-65A6BACE77C5}"/>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F147753A-A763-D2AD-BC55-9B530F25E8A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012753AE-D459-5F77-6CE8-2C5B5ED2B75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9C5189C8-A5B5-3BCF-2CA5-09D220E3FF5B}"/>
              </a:ext>
            </a:extLst>
          </p:cNvPr>
          <p:cNvSpPr>
            <a:spLocks noGrp="1"/>
          </p:cNvSpPr>
          <p:nvPr>
            <p:ph type="dt" sz="half" idx="10"/>
          </p:nvPr>
        </p:nvSpPr>
        <p:spPr/>
        <p:txBody>
          <a:bodyPr/>
          <a:lstStyle/>
          <a:p>
            <a:fld id="{A52DBC4C-624B-476C-B0F5-73363F2860AE}" type="datetimeFigureOut">
              <a:rPr lang="en-IN" smtClean="0"/>
              <a:t>04-01-2026</a:t>
            </a:fld>
            <a:endParaRPr lang="en-IN"/>
          </a:p>
        </p:txBody>
      </p:sp>
      <p:sp>
        <p:nvSpPr>
          <p:cNvPr id="6" name="Footer Placeholder 5">
            <a:extLst>
              <a:ext uri="{FF2B5EF4-FFF2-40B4-BE49-F238E27FC236}">
                <a16:creationId xmlns:a16="http://schemas.microsoft.com/office/drawing/2014/main" id="{2B09B563-459F-E825-40A5-F2990D5E51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0F0B1E-BE14-DF9C-0194-7E888F143890}"/>
              </a:ext>
            </a:extLst>
          </p:cNvPr>
          <p:cNvSpPr>
            <a:spLocks noGrp="1"/>
          </p:cNvSpPr>
          <p:nvPr>
            <p:ph type="sldNum" sz="quarter" idx="12"/>
          </p:nvPr>
        </p:nvSpPr>
        <p:spPr/>
        <p:txBody>
          <a:bodyPr/>
          <a:lstStyle/>
          <a:p>
            <a:fld id="{F851C807-9246-4181-A8C8-0F69C7F096ED}" type="slidenum">
              <a:rPr lang="en-IN" smtClean="0"/>
              <a:t>‹#›</a:t>
            </a:fld>
            <a:endParaRPr lang="en-IN"/>
          </a:p>
        </p:txBody>
      </p:sp>
    </p:spTree>
    <p:extLst>
      <p:ext uri="{BB962C8B-B14F-4D97-AF65-F5344CB8AC3E}">
        <p14:creationId xmlns:p14="http://schemas.microsoft.com/office/powerpoint/2010/main" val="2804846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77FFA-1B28-6D2F-018B-FDFB1FFE678E}"/>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F67D6B46-5AB2-712C-F2D8-944EFF78F4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3EE5CC7-1151-5BCD-9316-1573ECC9088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CA61CDF8-114A-DDA5-94A9-EB07705B8B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30CF253-8B66-5FBF-6F8B-85D8E40763B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6F3B1A95-954B-816C-9839-D114AAB51F3D}"/>
              </a:ext>
            </a:extLst>
          </p:cNvPr>
          <p:cNvSpPr>
            <a:spLocks noGrp="1"/>
          </p:cNvSpPr>
          <p:nvPr>
            <p:ph type="dt" sz="half" idx="10"/>
          </p:nvPr>
        </p:nvSpPr>
        <p:spPr/>
        <p:txBody>
          <a:bodyPr/>
          <a:lstStyle/>
          <a:p>
            <a:fld id="{A52DBC4C-624B-476C-B0F5-73363F2860AE}" type="datetimeFigureOut">
              <a:rPr lang="en-IN" smtClean="0"/>
              <a:t>04-01-2026</a:t>
            </a:fld>
            <a:endParaRPr lang="en-IN"/>
          </a:p>
        </p:txBody>
      </p:sp>
      <p:sp>
        <p:nvSpPr>
          <p:cNvPr id="8" name="Footer Placeholder 7">
            <a:extLst>
              <a:ext uri="{FF2B5EF4-FFF2-40B4-BE49-F238E27FC236}">
                <a16:creationId xmlns:a16="http://schemas.microsoft.com/office/drawing/2014/main" id="{AFBA7318-B152-4C40-39CD-17573D9EF73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2F8CA9A-758E-EF80-41E9-0DFB4B40B71F}"/>
              </a:ext>
            </a:extLst>
          </p:cNvPr>
          <p:cNvSpPr>
            <a:spLocks noGrp="1"/>
          </p:cNvSpPr>
          <p:nvPr>
            <p:ph type="sldNum" sz="quarter" idx="12"/>
          </p:nvPr>
        </p:nvSpPr>
        <p:spPr/>
        <p:txBody>
          <a:bodyPr/>
          <a:lstStyle/>
          <a:p>
            <a:fld id="{F851C807-9246-4181-A8C8-0F69C7F096ED}" type="slidenum">
              <a:rPr lang="en-IN" smtClean="0"/>
              <a:t>‹#›</a:t>
            </a:fld>
            <a:endParaRPr lang="en-IN"/>
          </a:p>
        </p:txBody>
      </p:sp>
    </p:spTree>
    <p:extLst>
      <p:ext uri="{BB962C8B-B14F-4D97-AF65-F5344CB8AC3E}">
        <p14:creationId xmlns:p14="http://schemas.microsoft.com/office/powerpoint/2010/main" val="1815436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2FB70-4F48-F598-0F52-AC1AE3658FAF}"/>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D972C470-5AF3-35CF-D5C5-7B50F1C1CF9D}"/>
              </a:ext>
            </a:extLst>
          </p:cNvPr>
          <p:cNvSpPr>
            <a:spLocks noGrp="1"/>
          </p:cNvSpPr>
          <p:nvPr>
            <p:ph type="dt" sz="half" idx="10"/>
          </p:nvPr>
        </p:nvSpPr>
        <p:spPr/>
        <p:txBody>
          <a:bodyPr/>
          <a:lstStyle/>
          <a:p>
            <a:fld id="{A52DBC4C-624B-476C-B0F5-73363F2860AE}" type="datetimeFigureOut">
              <a:rPr lang="en-IN" smtClean="0"/>
              <a:t>04-01-2026</a:t>
            </a:fld>
            <a:endParaRPr lang="en-IN"/>
          </a:p>
        </p:txBody>
      </p:sp>
      <p:sp>
        <p:nvSpPr>
          <p:cNvPr id="4" name="Footer Placeholder 3">
            <a:extLst>
              <a:ext uri="{FF2B5EF4-FFF2-40B4-BE49-F238E27FC236}">
                <a16:creationId xmlns:a16="http://schemas.microsoft.com/office/drawing/2014/main" id="{6AE57D9B-1DF2-053B-60FF-A3E93DAC59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B6EF840-A0CD-C40F-7648-15E342ADAEAC}"/>
              </a:ext>
            </a:extLst>
          </p:cNvPr>
          <p:cNvSpPr>
            <a:spLocks noGrp="1"/>
          </p:cNvSpPr>
          <p:nvPr>
            <p:ph type="sldNum" sz="quarter" idx="12"/>
          </p:nvPr>
        </p:nvSpPr>
        <p:spPr/>
        <p:txBody>
          <a:bodyPr/>
          <a:lstStyle/>
          <a:p>
            <a:fld id="{F851C807-9246-4181-A8C8-0F69C7F096ED}" type="slidenum">
              <a:rPr lang="en-IN" smtClean="0"/>
              <a:t>‹#›</a:t>
            </a:fld>
            <a:endParaRPr lang="en-IN"/>
          </a:p>
        </p:txBody>
      </p:sp>
    </p:spTree>
    <p:extLst>
      <p:ext uri="{BB962C8B-B14F-4D97-AF65-F5344CB8AC3E}">
        <p14:creationId xmlns:p14="http://schemas.microsoft.com/office/powerpoint/2010/main" val="2941000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2FDFF0-CEA6-3D90-A05E-8E3197934600}"/>
              </a:ext>
            </a:extLst>
          </p:cNvPr>
          <p:cNvSpPr>
            <a:spLocks noGrp="1"/>
          </p:cNvSpPr>
          <p:nvPr>
            <p:ph type="dt" sz="half" idx="10"/>
          </p:nvPr>
        </p:nvSpPr>
        <p:spPr/>
        <p:txBody>
          <a:bodyPr/>
          <a:lstStyle/>
          <a:p>
            <a:fld id="{A52DBC4C-624B-476C-B0F5-73363F2860AE}" type="datetimeFigureOut">
              <a:rPr lang="en-IN" smtClean="0"/>
              <a:t>04-01-2026</a:t>
            </a:fld>
            <a:endParaRPr lang="en-IN"/>
          </a:p>
        </p:txBody>
      </p:sp>
      <p:sp>
        <p:nvSpPr>
          <p:cNvPr id="3" name="Footer Placeholder 2">
            <a:extLst>
              <a:ext uri="{FF2B5EF4-FFF2-40B4-BE49-F238E27FC236}">
                <a16:creationId xmlns:a16="http://schemas.microsoft.com/office/drawing/2014/main" id="{C5C13AAC-20F8-1EE5-4652-9000A3EFB07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961CB11-E008-E5A6-5CED-5627D36C2B60}"/>
              </a:ext>
            </a:extLst>
          </p:cNvPr>
          <p:cNvSpPr>
            <a:spLocks noGrp="1"/>
          </p:cNvSpPr>
          <p:nvPr>
            <p:ph type="sldNum" sz="quarter" idx="12"/>
          </p:nvPr>
        </p:nvSpPr>
        <p:spPr/>
        <p:txBody>
          <a:bodyPr/>
          <a:lstStyle/>
          <a:p>
            <a:fld id="{F851C807-9246-4181-A8C8-0F69C7F096ED}" type="slidenum">
              <a:rPr lang="en-IN" smtClean="0"/>
              <a:t>‹#›</a:t>
            </a:fld>
            <a:endParaRPr lang="en-IN"/>
          </a:p>
        </p:txBody>
      </p:sp>
    </p:spTree>
    <p:extLst>
      <p:ext uri="{BB962C8B-B14F-4D97-AF65-F5344CB8AC3E}">
        <p14:creationId xmlns:p14="http://schemas.microsoft.com/office/powerpoint/2010/main" val="16476523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F8BE5-A3E4-E083-40BB-C460C33FAC5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59214A3D-E640-D92F-22FC-4FFA42404B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B22DE859-CA86-5823-74BD-C7A7581CED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A22434B-3BD8-6BDD-3CDF-353CAF443695}"/>
              </a:ext>
            </a:extLst>
          </p:cNvPr>
          <p:cNvSpPr>
            <a:spLocks noGrp="1"/>
          </p:cNvSpPr>
          <p:nvPr>
            <p:ph type="dt" sz="half" idx="10"/>
          </p:nvPr>
        </p:nvSpPr>
        <p:spPr/>
        <p:txBody>
          <a:bodyPr/>
          <a:lstStyle/>
          <a:p>
            <a:fld id="{A52DBC4C-624B-476C-B0F5-73363F2860AE}" type="datetimeFigureOut">
              <a:rPr lang="en-IN" smtClean="0"/>
              <a:t>04-01-2026</a:t>
            </a:fld>
            <a:endParaRPr lang="en-IN"/>
          </a:p>
        </p:txBody>
      </p:sp>
      <p:sp>
        <p:nvSpPr>
          <p:cNvPr id="6" name="Footer Placeholder 5">
            <a:extLst>
              <a:ext uri="{FF2B5EF4-FFF2-40B4-BE49-F238E27FC236}">
                <a16:creationId xmlns:a16="http://schemas.microsoft.com/office/drawing/2014/main" id="{51339FD9-9FC6-52CA-9465-50411460AA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A6A043-533E-77A0-DA24-68725F6BC93E}"/>
              </a:ext>
            </a:extLst>
          </p:cNvPr>
          <p:cNvSpPr>
            <a:spLocks noGrp="1"/>
          </p:cNvSpPr>
          <p:nvPr>
            <p:ph type="sldNum" sz="quarter" idx="12"/>
          </p:nvPr>
        </p:nvSpPr>
        <p:spPr/>
        <p:txBody>
          <a:bodyPr/>
          <a:lstStyle/>
          <a:p>
            <a:fld id="{F851C807-9246-4181-A8C8-0F69C7F096ED}" type="slidenum">
              <a:rPr lang="en-IN" smtClean="0"/>
              <a:t>‹#›</a:t>
            </a:fld>
            <a:endParaRPr lang="en-IN"/>
          </a:p>
        </p:txBody>
      </p:sp>
    </p:spTree>
    <p:extLst>
      <p:ext uri="{BB962C8B-B14F-4D97-AF65-F5344CB8AC3E}">
        <p14:creationId xmlns:p14="http://schemas.microsoft.com/office/powerpoint/2010/main" val="3054332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C2C08-37ED-C200-3C01-853A08DFB15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84F22DD2-4A07-9374-A184-E3152C178C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IN"/>
          </a:p>
        </p:txBody>
      </p:sp>
      <p:sp>
        <p:nvSpPr>
          <p:cNvPr id="4" name="Text Placeholder 3">
            <a:extLst>
              <a:ext uri="{FF2B5EF4-FFF2-40B4-BE49-F238E27FC236}">
                <a16:creationId xmlns:a16="http://schemas.microsoft.com/office/drawing/2014/main" id="{2868B62F-17B1-E72C-432F-9105A8D042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3F2C96B-DDB6-B645-E633-4D82909479EF}"/>
              </a:ext>
            </a:extLst>
          </p:cNvPr>
          <p:cNvSpPr>
            <a:spLocks noGrp="1"/>
          </p:cNvSpPr>
          <p:nvPr>
            <p:ph type="dt" sz="half" idx="10"/>
          </p:nvPr>
        </p:nvSpPr>
        <p:spPr/>
        <p:txBody>
          <a:bodyPr/>
          <a:lstStyle/>
          <a:p>
            <a:fld id="{A52DBC4C-624B-476C-B0F5-73363F2860AE}" type="datetimeFigureOut">
              <a:rPr lang="en-IN" smtClean="0"/>
              <a:t>04-01-2026</a:t>
            </a:fld>
            <a:endParaRPr lang="en-IN"/>
          </a:p>
        </p:txBody>
      </p:sp>
      <p:sp>
        <p:nvSpPr>
          <p:cNvPr id="6" name="Footer Placeholder 5">
            <a:extLst>
              <a:ext uri="{FF2B5EF4-FFF2-40B4-BE49-F238E27FC236}">
                <a16:creationId xmlns:a16="http://schemas.microsoft.com/office/drawing/2014/main" id="{705CB392-B631-B64E-4AB7-50A6776848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B38D63-D7B4-33D8-2C0B-BC08062F3763}"/>
              </a:ext>
            </a:extLst>
          </p:cNvPr>
          <p:cNvSpPr>
            <a:spLocks noGrp="1"/>
          </p:cNvSpPr>
          <p:nvPr>
            <p:ph type="sldNum" sz="quarter" idx="12"/>
          </p:nvPr>
        </p:nvSpPr>
        <p:spPr/>
        <p:txBody>
          <a:bodyPr/>
          <a:lstStyle/>
          <a:p>
            <a:fld id="{F851C807-9246-4181-A8C8-0F69C7F096ED}" type="slidenum">
              <a:rPr lang="en-IN" smtClean="0"/>
              <a:t>‹#›</a:t>
            </a:fld>
            <a:endParaRPr lang="en-IN"/>
          </a:p>
        </p:txBody>
      </p:sp>
    </p:spTree>
    <p:extLst>
      <p:ext uri="{BB962C8B-B14F-4D97-AF65-F5344CB8AC3E}">
        <p14:creationId xmlns:p14="http://schemas.microsoft.com/office/powerpoint/2010/main" val="4157106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AF5A6-B88A-8B6A-0E08-F835DEA8DA93}"/>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EE679F10-83FA-72E4-5EB7-7E3BE5532E3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0FD83F35-8156-B13E-6132-050D51E264F5}"/>
              </a:ext>
            </a:extLst>
          </p:cNvPr>
          <p:cNvSpPr>
            <a:spLocks noGrp="1"/>
          </p:cNvSpPr>
          <p:nvPr>
            <p:ph type="dt" sz="half" idx="10"/>
          </p:nvPr>
        </p:nvSpPr>
        <p:spPr/>
        <p:txBody>
          <a:bodyPr/>
          <a:lstStyle/>
          <a:p>
            <a:fld id="{A52DBC4C-624B-476C-B0F5-73363F2860AE}" type="datetimeFigureOut">
              <a:rPr lang="en-IN" smtClean="0"/>
              <a:t>04-01-2026</a:t>
            </a:fld>
            <a:endParaRPr lang="en-IN"/>
          </a:p>
        </p:txBody>
      </p:sp>
      <p:sp>
        <p:nvSpPr>
          <p:cNvPr id="5" name="Footer Placeholder 4">
            <a:extLst>
              <a:ext uri="{FF2B5EF4-FFF2-40B4-BE49-F238E27FC236}">
                <a16:creationId xmlns:a16="http://schemas.microsoft.com/office/drawing/2014/main" id="{47FD101A-5884-68C0-E426-F9142D1486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5F2253-E800-46C2-6DA4-39A8E430F65B}"/>
              </a:ext>
            </a:extLst>
          </p:cNvPr>
          <p:cNvSpPr>
            <a:spLocks noGrp="1"/>
          </p:cNvSpPr>
          <p:nvPr>
            <p:ph type="sldNum" sz="quarter" idx="12"/>
          </p:nvPr>
        </p:nvSpPr>
        <p:spPr/>
        <p:txBody>
          <a:bodyPr/>
          <a:lstStyle/>
          <a:p>
            <a:fld id="{F851C807-9246-4181-A8C8-0F69C7F096ED}" type="slidenum">
              <a:rPr lang="en-IN" smtClean="0"/>
              <a:t>‹#›</a:t>
            </a:fld>
            <a:endParaRPr lang="en-IN"/>
          </a:p>
        </p:txBody>
      </p:sp>
    </p:spTree>
    <p:extLst>
      <p:ext uri="{BB962C8B-B14F-4D97-AF65-F5344CB8AC3E}">
        <p14:creationId xmlns:p14="http://schemas.microsoft.com/office/powerpoint/2010/main" val="836966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953E6C-CEF9-6A80-6DAE-BA1AE3F3F9B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D388ED61-7607-34DB-D927-F69CA12A9AB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B03792F-6A9A-0692-295B-BA5C3E06DC22}"/>
              </a:ext>
            </a:extLst>
          </p:cNvPr>
          <p:cNvSpPr>
            <a:spLocks noGrp="1"/>
          </p:cNvSpPr>
          <p:nvPr>
            <p:ph type="dt" sz="half" idx="10"/>
          </p:nvPr>
        </p:nvSpPr>
        <p:spPr/>
        <p:txBody>
          <a:bodyPr/>
          <a:lstStyle/>
          <a:p>
            <a:fld id="{A52DBC4C-624B-476C-B0F5-73363F2860AE}" type="datetimeFigureOut">
              <a:rPr lang="en-IN" smtClean="0"/>
              <a:t>04-01-2026</a:t>
            </a:fld>
            <a:endParaRPr lang="en-IN"/>
          </a:p>
        </p:txBody>
      </p:sp>
      <p:sp>
        <p:nvSpPr>
          <p:cNvPr id="5" name="Footer Placeholder 4">
            <a:extLst>
              <a:ext uri="{FF2B5EF4-FFF2-40B4-BE49-F238E27FC236}">
                <a16:creationId xmlns:a16="http://schemas.microsoft.com/office/drawing/2014/main" id="{E2B9608C-4961-600A-4596-9767DCBC5C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0AE646-783C-4A05-6F14-C2F59C5EE753}"/>
              </a:ext>
            </a:extLst>
          </p:cNvPr>
          <p:cNvSpPr>
            <a:spLocks noGrp="1"/>
          </p:cNvSpPr>
          <p:nvPr>
            <p:ph type="sldNum" sz="quarter" idx="12"/>
          </p:nvPr>
        </p:nvSpPr>
        <p:spPr/>
        <p:txBody>
          <a:bodyPr/>
          <a:lstStyle/>
          <a:p>
            <a:fld id="{F851C807-9246-4181-A8C8-0F69C7F096ED}" type="slidenum">
              <a:rPr lang="en-IN" smtClean="0"/>
              <a:t>‹#›</a:t>
            </a:fld>
            <a:endParaRPr lang="en-IN"/>
          </a:p>
        </p:txBody>
      </p:sp>
    </p:spTree>
    <p:extLst>
      <p:ext uri="{BB962C8B-B14F-4D97-AF65-F5344CB8AC3E}">
        <p14:creationId xmlns:p14="http://schemas.microsoft.com/office/powerpoint/2010/main" val="1775263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E16103-3383-0685-E024-8600D51317C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DC1C9D53-0AFD-F247-CD2E-3015BD5CDD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445B134B-2D4B-F33F-35AB-6B914B9201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2DBC4C-624B-476C-B0F5-73363F2860AE}" type="datetimeFigureOut">
              <a:rPr lang="en-IN" smtClean="0"/>
              <a:t>04-01-2026</a:t>
            </a:fld>
            <a:endParaRPr lang="en-IN"/>
          </a:p>
        </p:txBody>
      </p:sp>
      <p:sp>
        <p:nvSpPr>
          <p:cNvPr id="5" name="Footer Placeholder 4">
            <a:extLst>
              <a:ext uri="{FF2B5EF4-FFF2-40B4-BE49-F238E27FC236}">
                <a16:creationId xmlns:a16="http://schemas.microsoft.com/office/drawing/2014/main" id="{C29FD7FA-0DB0-198E-A5DF-8CB1952626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097B8B1-58EB-A6DA-4A60-D6138126FA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51C807-9246-4181-A8C8-0F69C7F096ED}" type="slidenum">
              <a:rPr lang="en-IN" smtClean="0"/>
              <a:t>‹#›</a:t>
            </a:fld>
            <a:endParaRPr lang="en-IN"/>
          </a:p>
        </p:txBody>
      </p:sp>
    </p:spTree>
    <p:extLst>
      <p:ext uri="{BB962C8B-B14F-4D97-AF65-F5344CB8AC3E}">
        <p14:creationId xmlns:p14="http://schemas.microsoft.com/office/powerpoint/2010/main" val="3884058165"/>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AC77A9-2DBC-5A36-471D-9C523C327724}"/>
              </a:ext>
            </a:extLst>
          </p:cNvPr>
          <p:cNvSpPr>
            <a:spLocks noGrp="1"/>
          </p:cNvSpPr>
          <p:nvPr>
            <p:ph idx="1"/>
          </p:nvPr>
        </p:nvSpPr>
        <p:spPr>
          <a:xfrm>
            <a:off x="2879910" y="2299913"/>
            <a:ext cx="6432177" cy="4351338"/>
          </a:xfrm>
        </p:spPr>
        <p:txBody>
          <a:bodyPr>
            <a:normAutofit/>
          </a:bodyPr>
          <a:lstStyle/>
          <a:p>
            <a:pPr marL="0" indent="0">
              <a:buNone/>
            </a:pPr>
            <a:r>
              <a:rPr lang="en-IN" b="1" dirty="0"/>
              <a:t>Informatics practices project 2025-2026</a:t>
            </a:r>
          </a:p>
          <a:p>
            <a:pPr marL="0" indent="0">
              <a:buNone/>
            </a:pPr>
            <a:r>
              <a:rPr lang="en-IN" b="1" dirty="0"/>
              <a:t>                  e-sports management      </a:t>
            </a:r>
          </a:p>
          <a:p>
            <a:pPr marL="0" indent="0" algn="ctr">
              <a:buNone/>
            </a:pPr>
            <a:r>
              <a:rPr lang="en-IN" b="1" dirty="0"/>
              <a:t> </a:t>
            </a:r>
            <a:r>
              <a:rPr lang="en-IN" sz="1600" dirty="0" err="1"/>
              <a:t>soham</a:t>
            </a:r>
            <a:r>
              <a:rPr lang="en-IN" sz="1600" dirty="0"/>
              <a:t> Khurana</a:t>
            </a:r>
          </a:p>
          <a:p>
            <a:pPr marL="0" indent="0">
              <a:buNone/>
            </a:pPr>
            <a:endParaRPr lang="en-IN" sz="1600" dirty="0"/>
          </a:p>
          <a:p>
            <a:pPr marL="0" indent="0">
              <a:buNone/>
            </a:pPr>
            <a:endParaRPr lang="en-IN" sz="1600" dirty="0"/>
          </a:p>
          <a:p>
            <a:pPr marL="0" indent="0" algn="ctr">
              <a:buNone/>
            </a:pPr>
            <a:r>
              <a:rPr lang="en-US" sz="1800" dirty="0"/>
              <a:t>D.A.V. Public School</a:t>
            </a:r>
          </a:p>
          <a:p>
            <a:pPr marL="0" indent="0" algn="ctr">
              <a:buNone/>
            </a:pPr>
            <a:r>
              <a:rPr lang="en-US" sz="1800" dirty="0"/>
              <a:t>Grade 12</a:t>
            </a:r>
            <a:r>
              <a:rPr lang="en-US" sz="1800" baseline="30000" dirty="0"/>
              <a:t>th</a:t>
            </a:r>
            <a:r>
              <a:rPr lang="en-US" sz="1800" dirty="0"/>
              <a:t> division B</a:t>
            </a:r>
            <a:endParaRPr lang="en-IN" sz="1800" dirty="0"/>
          </a:p>
        </p:txBody>
      </p:sp>
      <p:pic>
        <p:nvPicPr>
          <p:cNvPr id="5" name="Picture 4" descr="A blue and red logo&#10;&#10;AI-generated content may be incorrect.">
            <a:extLst>
              <a:ext uri="{FF2B5EF4-FFF2-40B4-BE49-F238E27FC236}">
                <a16:creationId xmlns:a16="http://schemas.microsoft.com/office/drawing/2014/main" id="{188D7428-A67E-B428-FCBE-BE401585AB0B}"/>
              </a:ext>
            </a:extLst>
          </p:cNvPr>
          <p:cNvPicPr>
            <a:picLocks noChangeAspect="1"/>
          </p:cNvPicPr>
          <p:nvPr/>
        </p:nvPicPr>
        <p:blipFill>
          <a:blip r:embed="rId2"/>
          <a:stretch>
            <a:fillRect/>
          </a:stretch>
        </p:blipFill>
        <p:spPr>
          <a:xfrm>
            <a:off x="4910137" y="201985"/>
            <a:ext cx="2371725" cy="1971675"/>
          </a:xfrm>
          <a:prstGeom prst="rect">
            <a:avLst/>
          </a:prstGeom>
        </p:spPr>
      </p:pic>
    </p:spTree>
    <p:extLst>
      <p:ext uri="{BB962C8B-B14F-4D97-AF65-F5344CB8AC3E}">
        <p14:creationId xmlns:p14="http://schemas.microsoft.com/office/powerpoint/2010/main" val="3264644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5EF45-01CD-DED6-4B40-89D5A8F2430B}"/>
              </a:ext>
            </a:extLst>
          </p:cNvPr>
          <p:cNvSpPr>
            <a:spLocks noGrp="1"/>
          </p:cNvSpPr>
          <p:nvPr>
            <p:ph type="ctrTitle"/>
          </p:nvPr>
        </p:nvSpPr>
        <p:spPr>
          <a:xfrm>
            <a:off x="1524000" y="618565"/>
            <a:ext cx="9144000" cy="712975"/>
          </a:xfrm>
        </p:spPr>
        <p:txBody>
          <a:bodyPr>
            <a:normAutofit/>
          </a:bodyPr>
          <a:lstStyle/>
          <a:p>
            <a:r>
              <a:rPr lang="en-IN" sz="4400" b="1" dirty="0"/>
              <a:t>Acknowledgement</a:t>
            </a:r>
          </a:p>
        </p:txBody>
      </p:sp>
      <p:sp>
        <p:nvSpPr>
          <p:cNvPr id="3" name="Subtitle 2">
            <a:extLst>
              <a:ext uri="{FF2B5EF4-FFF2-40B4-BE49-F238E27FC236}">
                <a16:creationId xmlns:a16="http://schemas.microsoft.com/office/drawing/2014/main" id="{5EC50392-BA95-8AE1-77D3-6B0C228000B6}"/>
              </a:ext>
            </a:extLst>
          </p:cNvPr>
          <p:cNvSpPr>
            <a:spLocks noGrp="1"/>
          </p:cNvSpPr>
          <p:nvPr>
            <p:ph type="subTitle" idx="1"/>
          </p:nvPr>
        </p:nvSpPr>
        <p:spPr/>
        <p:txBody>
          <a:bodyPr>
            <a:normAutofit fontScale="70000" lnSpcReduction="20000"/>
          </a:bodyPr>
          <a:lstStyle/>
          <a:p>
            <a:r>
              <a:rPr lang="en-US" dirty="0"/>
              <a:t>First of all, I extend my heartiest gratitude to my teacher ma’am under whose utmost guidance this work could take the recent shape.</a:t>
            </a:r>
          </a:p>
          <a:p>
            <a:r>
              <a:rPr lang="en-US" dirty="0"/>
              <a:t>I wish to express my deep gratitude and sincere thanks to Principal ma’am D.A.V. Public School for the encouragement and for all facilities that she provided for this project work.</a:t>
            </a:r>
          </a:p>
          <a:p>
            <a:r>
              <a:rPr lang="en-US" dirty="0"/>
              <a:t>I can’t forget to offer my sincere thanks to my classmates whose constant feedbacks make my project more effective. Lastly, I would like to thank my parents for their encouragement in fulfilling my project.</a:t>
            </a:r>
          </a:p>
          <a:p>
            <a:endParaRPr lang="en-IN" dirty="0"/>
          </a:p>
        </p:txBody>
      </p:sp>
    </p:spTree>
    <p:extLst>
      <p:ext uri="{BB962C8B-B14F-4D97-AF65-F5344CB8AC3E}">
        <p14:creationId xmlns:p14="http://schemas.microsoft.com/office/powerpoint/2010/main" val="4069746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BA199-E349-C4B8-7C8B-C5F58F1AAB13}"/>
              </a:ext>
            </a:extLst>
          </p:cNvPr>
          <p:cNvSpPr>
            <a:spLocks noGrp="1"/>
          </p:cNvSpPr>
          <p:nvPr>
            <p:ph type="title"/>
          </p:nvPr>
        </p:nvSpPr>
        <p:spPr/>
        <p:txBody>
          <a:bodyPr/>
          <a:lstStyle/>
          <a:p>
            <a:pPr algn="ctr"/>
            <a:r>
              <a:rPr lang="en-IN" b="1" dirty="0"/>
              <a:t>Index</a:t>
            </a:r>
          </a:p>
        </p:txBody>
      </p:sp>
      <p:sp>
        <p:nvSpPr>
          <p:cNvPr id="3" name="Content Placeholder 2">
            <a:extLst>
              <a:ext uri="{FF2B5EF4-FFF2-40B4-BE49-F238E27FC236}">
                <a16:creationId xmlns:a16="http://schemas.microsoft.com/office/drawing/2014/main" id="{D45D35DD-60B2-1354-7C63-C61A373C51F6}"/>
              </a:ext>
            </a:extLst>
          </p:cNvPr>
          <p:cNvSpPr>
            <a:spLocks noGrp="1"/>
          </p:cNvSpPr>
          <p:nvPr>
            <p:ph idx="1"/>
          </p:nvPr>
        </p:nvSpPr>
        <p:spPr>
          <a:xfrm>
            <a:off x="838200" y="1861484"/>
            <a:ext cx="10515600" cy="4351338"/>
          </a:xfrm>
        </p:spPr>
        <p:txBody>
          <a:bodyPr/>
          <a:lstStyle/>
          <a:p>
            <a:r>
              <a:rPr lang="en-IN" dirty="0"/>
              <a:t>Acknowledgement </a:t>
            </a:r>
          </a:p>
          <a:p>
            <a:r>
              <a:rPr lang="en-IN" dirty="0"/>
              <a:t>Introduction  </a:t>
            </a:r>
          </a:p>
          <a:p>
            <a:r>
              <a:rPr lang="en-IN" dirty="0"/>
              <a:t>Project</a:t>
            </a:r>
          </a:p>
          <a:p>
            <a:r>
              <a:rPr lang="en-IN" dirty="0" err="1"/>
              <a:t>conculsion</a:t>
            </a:r>
            <a:endParaRPr lang="en-IN" dirty="0"/>
          </a:p>
          <a:p>
            <a:endParaRPr lang="en-IN" dirty="0"/>
          </a:p>
        </p:txBody>
      </p:sp>
    </p:spTree>
    <p:extLst>
      <p:ext uri="{BB962C8B-B14F-4D97-AF65-F5344CB8AC3E}">
        <p14:creationId xmlns:p14="http://schemas.microsoft.com/office/powerpoint/2010/main" val="1782969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1F797-5D4C-5274-D0E7-23B304B79491}"/>
              </a:ext>
            </a:extLst>
          </p:cNvPr>
          <p:cNvSpPr>
            <a:spLocks noGrp="1"/>
          </p:cNvSpPr>
          <p:nvPr>
            <p:ph type="title"/>
          </p:nvPr>
        </p:nvSpPr>
        <p:spPr>
          <a:xfrm>
            <a:off x="838200" y="400984"/>
            <a:ext cx="10515600" cy="1325563"/>
          </a:xfrm>
        </p:spPr>
        <p:txBody>
          <a:bodyPr/>
          <a:lstStyle/>
          <a:p>
            <a:pPr algn="ctr"/>
            <a:r>
              <a:rPr lang="en-IN" b="1" dirty="0"/>
              <a:t>Introduction</a:t>
            </a:r>
          </a:p>
        </p:txBody>
      </p:sp>
      <p:sp>
        <p:nvSpPr>
          <p:cNvPr id="3" name="Content Placeholder 2">
            <a:extLst>
              <a:ext uri="{FF2B5EF4-FFF2-40B4-BE49-F238E27FC236}">
                <a16:creationId xmlns:a16="http://schemas.microsoft.com/office/drawing/2014/main" id="{7D38DB82-B1B8-E095-7EDA-BECE1DA385E0}"/>
              </a:ext>
            </a:extLst>
          </p:cNvPr>
          <p:cNvSpPr>
            <a:spLocks noGrp="1"/>
          </p:cNvSpPr>
          <p:nvPr>
            <p:ph idx="1"/>
          </p:nvPr>
        </p:nvSpPr>
        <p:spPr/>
        <p:txBody>
          <a:bodyPr/>
          <a:lstStyle/>
          <a:p>
            <a:pPr marL="0" indent="0" algn="ctr">
              <a:buNone/>
            </a:pPr>
            <a:r>
              <a:rPr lang="en-US" dirty="0"/>
              <a:t>The purpose of this project is to manage and organize information related to e-sports players in an easy and systematic way. It helps in storing important details such as player names, teams, games played, matches, wins and earnings in a structured format. The project makes it easier to maintain player records, update performance data and compare players based on their achievements. It also helps in analyzing player performance through simple calculations and visual representation. Overall, this project aims to provide a basic system for managing e-sports tournament data efficiently and accurately.</a:t>
            </a:r>
            <a:endParaRPr lang="en-IN" dirty="0"/>
          </a:p>
        </p:txBody>
      </p:sp>
    </p:spTree>
    <p:extLst>
      <p:ext uri="{BB962C8B-B14F-4D97-AF65-F5344CB8AC3E}">
        <p14:creationId xmlns:p14="http://schemas.microsoft.com/office/powerpoint/2010/main" val="2164788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846EA-A099-80D5-F835-B7805690F74C}"/>
              </a:ext>
            </a:extLst>
          </p:cNvPr>
          <p:cNvSpPr>
            <a:spLocks noGrp="1"/>
          </p:cNvSpPr>
          <p:nvPr>
            <p:ph type="title"/>
          </p:nvPr>
        </p:nvSpPr>
        <p:spPr/>
        <p:txBody>
          <a:bodyPr/>
          <a:lstStyle/>
          <a:p>
            <a:pPr algn="ctr"/>
            <a:r>
              <a:rPr lang="en-IN" b="1" dirty="0"/>
              <a:t>Project</a:t>
            </a:r>
          </a:p>
        </p:txBody>
      </p:sp>
      <p:sp>
        <p:nvSpPr>
          <p:cNvPr id="3" name="Content Placeholder 2">
            <a:extLst>
              <a:ext uri="{FF2B5EF4-FFF2-40B4-BE49-F238E27FC236}">
                <a16:creationId xmlns:a16="http://schemas.microsoft.com/office/drawing/2014/main" id="{3E0656C1-1EB2-A169-D49E-F05CDCB70096}"/>
              </a:ext>
            </a:extLst>
          </p:cNvPr>
          <p:cNvSpPr>
            <a:spLocks noGrp="1"/>
          </p:cNvSpPr>
          <p:nvPr>
            <p:ph idx="1"/>
          </p:nvPr>
        </p:nvSpPr>
        <p:spPr>
          <a:xfrm>
            <a:off x="927847" y="1690688"/>
            <a:ext cx="3169024" cy="5280492"/>
          </a:xfrm>
        </p:spPr>
        <p:txBody>
          <a:bodyPr>
            <a:normAutofit fontScale="32500" lnSpcReduction="20000"/>
          </a:bodyPr>
          <a:lstStyle/>
          <a:p>
            <a:pPr marL="0" indent="0">
              <a:buNone/>
            </a:pPr>
            <a:r>
              <a:rPr lang="en-IN" dirty="0"/>
              <a:t>import pandas as pd</a:t>
            </a:r>
          </a:p>
          <a:p>
            <a:pPr marL="0" indent="0">
              <a:buNone/>
            </a:pPr>
            <a:r>
              <a:rPr lang="en-IN" dirty="0"/>
              <a:t>import </a:t>
            </a:r>
            <a:r>
              <a:rPr lang="en-IN" dirty="0" err="1"/>
              <a:t>matplotlib.pyplot</a:t>
            </a:r>
            <a:r>
              <a:rPr lang="en-IN" dirty="0"/>
              <a:t> as </a:t>
            </a:r>
            <a:r>
              <a:rPr lang="en-IN" dirty="0" err="1"/>
              <a:t>plt</a:t>
            </a:r>
            <a:endParaRPr lang="en-IN" dirty="0"/>
          </a:p>
          <a:p>
            <a:pPr marL="0" indent="0">
              <a:buNone/>
            </a:pPr>
            <a:endParaRPr lang="en-IN" dirty="0"/>
          </a:p>
          <a:p>
            <a:pPr marL="0" indent="0">
              <a:buNone/>
            </a:pPr>
            <a:r>
              <a:rPr lang="en-IN" dirty="0"/>
              <a:t>FILE_NAME = "valorant_players.csv"</a:t>
            </a:r>
          </a:p>
          <a:p>
            <a:pPr marL="0" indent="0">
              <a:buNone/>
            </a:pPr>
            <a:endParaRPr lang="en-IN" dirty="0"/>
          </a:p>
          <a:p>
            <a:pPr marL="0" indent="0">
              <a:buNone/>
            </a:pPr>
            <a:r>
              <a:rPr lang="en-IN" dirty="0"/>
              <a:t>while True:</a:t>
            </a:r>
          </a:p>
          <a:p>
            <a:pPr marL="0" indent="0">
              <a:buNone/>
            </a:pPr>
            <a:r>
              <a:rPr lang="en-IN" dirty="0"/>
              <a:t>    print("\n====== Valorant Tournament Menu ======")</a:t>
            </a:r>
          </a:p>
          <a:p>
            <a:pPr marL="0" indent="0">
              <a:buNone/>
            </a:pPr>
            <a:r>
              <a:rPr lang="en-IN" dirty="0"/>
              <a:t>    print("1. Display all players")</a:t>
            </a:r>
          </a:p>
          <a:p>
            <a:pPr marL="0" indent="0">
              <a:buNone/>
            </a:pPr>
            <a:r>
              <a:rPr lang="en-IN" dirty="0"/>
              <a:t>    print("2. Add new Valorant player")</a:t>
            </a:r>
          </a:p>
          <a:p>
            <a:pPr marL="0" indent="0">
              <a:buNone/>
            </a:pPr>
            <a:r>
              <a:rPr lang="en-IN" dirty="0"/>
              <a:t>    print("3. Search players by team")</a:t>
            </a:r>
          </a:p>
          <a:p>
            <a:pPr marL="0" indent="0">
              <a:buNone/>
            </a:pPr>
            <a:r>
              <a:rPr lang="en-IN" dirty="0"/>
              <a:t>    print("4. Update player wins")</a:t>
            </a:r>
          </a:p>
          <a:p>
            <a:pPr marL="0" indent="0">
              <a:buNone/>
            </a:pPr>
            <a:r>
              <a:rPr lang="en-IN" dirty="0"/>
              <a:t>    print("5. Show top performer")</a:t>
            </a:r>
          </a:p>
          <a:p>
            <a:pPr marL="0" indent="0">
              <a:buNone/>
            </a:pPr>
            <a:r>
              <a:rPr lang="en-IN" dirty="0"/>
              <a:t>    print("6. Show KDA graph")</a:t>
            </a:r>
          </a:p>
          <a:p>
            <a:pPr marL="0" indent="0">
              <a:buNone/>
            </a:pPr>
            <a:r>
              <a:rPr lang="en-IN" dirty="0"/>
              <a:t>    print("7. Show total earnings")</a:t>
            </a:r>
          </a:p>
          <a:p>
            <a:pPr marL="0" indent="0">
              <a:buNone/>
            </a:pPr>
            <a:r>
              <a:rPr lang="en-IN" dirty="0"/>
              <a:t>    print("8. Show players with wins greater than given value")</a:t>
            </a:r>
          </a:p>
          <a:p>
            <a:pPr marL="0" indent="0">
              <a:buNone/>
            </a:pPr>
            <a:endParaRPr lang="en-IN" dirty="0"/>
          </a:p>
          <a:p>
            <a:pPr marL="0" indent="0">
              <a:buNone/>
            </a:pPr>
            <a:r>
              <a:rPr lang="en-IN" dirty="0"/>
              <a:t>    choice = int(input("Enter your choice: "))</a:t>
            </a:r>
          </a:p>
          <a:p>
            <a:pPr marL="0" indent="0">
              <a:buNone/>
            </a:pPr>
            <a:endParaRPr lang="en-IN" dirty="0"/>
          </a:p>
          <a:p>
            <a:pPr marL="0" indent="0">
              <a:buNone/>
            </a:pPr>
            <a:r>
              <a:rPr lang="en-IN" dirty="0"/>
              <a:t>    # Read CSV file</a:t>
            </a:r>
          </a:p>
          <a:p>
            <a:pPr marL="0" indent="0">
              <a:buNone/>
            </a:pPr>
            <a:r>
              <a:rPr lang="en-IN" dirty="0"/>
              <a:t>    </a:t>
            </a:r>
            <a:r>
              <a:rPr lang="en-IN" dirty="0" err="1"/>
              <a:t>df</a:t>
            </a:r>
            <a:r>
              <a:rPr lang="en-IN" dirty="0"/>
              <a:t> = </a:t>
            </a:r>
            <a:r>
              <a:rPr lang="en-IN" dirty="0" err="1"/>
              <a:t>pd.read_csv</a:t>
            </a:r>
            <a:r>
              <a:rPr lang="en-IN" dirty="0"/>
              <a:t>(FILE_NAME)</a:t>
            </a:r>
          </a:p>
          <a:p>
            <a:pPr marL="0" indent="0">
              <a:buNone/>
            </a:pPr>
            <a:r>
              <a:rPr lang="en-IN" dirty="0"/>
              <a:t>    </a:t>
            </a:r>
            <a:r>
              <a:rPr lang="en-IN" dirty="0" err="1"/>
              <a:t>df.columns</a:t>
            </a:r>
            <a:r>
              <a:rPr lang="en-IN" dirty="0"/>
              <a:t> = </a:t>
            </a:r>
            <a:r>
              <a:rPr lang="en-IN" dirty="0" err="1"/>
              <a:t>df.columns.str.strip</a:t>
            </a:r>
            <a:r>
              <a:rPr lang="en-IN" dirty="0"/>
              <a:t>() </a:t>
            </a:r>
          </a:p>
        </p:txBody>
      </p:sp>
      <p:pic>
        <p:nvPicPr>
          <p:cNvPr id="5" name="Picture 4" descr="A screenshot of a computer&#10;&#10;AI-generated content may be incorrect.">
            <a:extLst>
              <a:ext uri="{FF2B5EF4-FFF2-40B4-BE49-F238E27FC236}">
                <a16:creationId xmlns:a16="http://schemas.microsoft.com/office/drawing/2014/main" id="{FC141E25-BEBD-AED4-A478-99A1514AA510}"/>
              </a:ext>
            </a:extLst>
          </p:cNvPr>
          <p:cNvPicPr>
            <a:picLocks noChangeAspect="1"/>
          </p:cNvPicPr>
          <p:nvPr/>
        </p:nvPicPr>
        <p:blipFill>
          <a:blip r:embed="rId2"/>
          <a:stretch>
            <a:fillRect/>
          </a:stretch>
        </p:blipFill>
        <p:spPr>
          <a:xfrm>
            <a:off x="5089712" y="1614768"/>
            <a:ext cx="4343400" cy="2552700"/>
          </a:xfrm>
          <a:prstGeom prst="rect">
            <a:avLst/>
          </a:prstGeom>
        </p:spPr>
      </p:pic>
      <p:sp>
        <p:nvSpPr>
          <p:cNvPr id="6" name="TextBox 5">
            <a:extLst>
              <a:ext uri="{FF2B5EF4-FFF2-40B4-BE49-F238E27FC236}">
                <a16:creationId xmlns:a16="http://schemas.microsoft.com/office/drawing/2014/main" id="{DA69A337-569A-6749-3250-B123171736F3}"/>
              </a:ext>
            </a:extLst>
          </p:cNvPr>
          <p:cNvSpPr txBox="1"/>
          <p:nvPr/>
        </p:nvSpPr>
        <p:spPr>
          <a:xfrm>
            <a:off x="5089712" y="4167468"/>
            <a:ext cx="3918471" cy="646331"/>
          </a:xfrm>
          <a:prstGeom prst="rect">
            <a:avLst/>
          </a:prstGeom>
          <a:noFill/>
        </p:spPr>
        <p:txBody>
          <a:bodyPr wrap="square" rtlCol="0">
            <a:spAutoFit/>
          </a:bodyPr>
          <a:lstStyle/>
          <a:p>
            <a:r>
              <a:rPr lang="en-IN" dirty="0"/>
              <a:t>This is the csv file that has been used in the code in notepad </a:t>
            </a:r>
          </a:p>
        </p:txBody>
      </p:sp>
    </p:spTree>
    <p:extLst>
      <p:ext uri="{BB962C8B-B14F-4D97-AF65-F5344CB8AC3E}">
        <p14:creationId xmlns:p14="http://schemas.microsoft.com/office/powerpoint/2010/main" val="3143219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29263B-76D3-E4B7-187E-EEC50FD879BA}"/>
              </a:ext>
            </a:extLst>
          </p:cNvPr>
          <p:cNvSpPr>
            <a:spLocks noGrp="1"/>
          </p:cNvSpPr>
          <p:nvPr>
            <p:ph idx="1"/>
          </p:nvPr>
        </p:nvSpPr>
        <p:spPr>
          <a:xfrm>
            <a:off x="230281" y="403272"/>
            <a:ext cx="5435413" cy="1380705"/>
          </a:xfrm>
        </p:spPr>
        <p:txBody>
          <a:bodyPr>
            <a:normAutofit fontScale="70000" lnSpcReduction="20000"/>
          </a:bodyPr>
          <a:lstStyle/>
          <a:p>
            <a:pPr marL="0" indent="0">
              <a:buNone/>
            </a:pPr>
            <a:r>
              <a:rPr lang="en-US" dirty="0"/>
              <a:t> # 1. Display all players</a:t>
            </a:r>
          </a:p>
          <a:p>
            <a:pPr marL="0" indent="0">
              <a:buNone/>
            </a:pPr>
            <a:r>
              <a:rPr lang="en-US" dirty="0"/>
              <a:t>    if choice == 1:</a:t>
            </a:r>
          </a:p>
          <a:p>
            <a:pPr marL="0" indent="0">
              <a:buNone/>
            </a:pPr>
            <a:r>
              <a:rPr lang="en-US" dirty="0"/>
              <a:t>        print("\n--- Valorant Player Records ---\n")</a:t>
            </a:r>
          </a:p>
          <a:p>
            <a:pPr marL="0" indent="0">
              <a:buNone/>
            </a:pPr>
            <a:r>
              <a:rPr lang="en-US" dirty="0"/>
              <a:t>        print(</a:t>
            </a:r>
            <a:r>
              <a:rPr lang="en-US" dirty="0" err="1"/>
              <a:t>df</a:t>
            </a:r>
            <a:r>
              <a:rPr lang="en-US" dirty="0"/>
              <a:t>)</a:t>
            </a:r>
          </a:p>
        </p:txBody>
      </p:sp>
      <p:pic>
        <p:nvPicPr>
          <p:cNvPr id="11" name="Picture 10" descr="A screenshot of a computer&#10;&#10;AI-generated content may be incorrect.">
            <a:extLst>
              <a:ext uri="{FF2B5EF4-FFF2-40B4-BE49-F238E27FC236}">
                <a16:creationId xmlns:a16="http://schemas.microsoft.com/office/drawing/2014/main" id="{B9222ED2-7ECE-8351-38A4-35C50E0811FB}"/>
              </a:ext>
            </a:extLst>
          </p:cNvPr>
          <p:cNvPicPr>
            <a:picLocks noChangeAspect="1"/>
          </p:cNvPicPr>
          <p:nvPr/>
        </p:nvPicPr>
        <p:blipFill>
          <a:blip r:embed="rId2"/>
          <a:stretch>
            <a:fillRect/>
          </a:stretch>
        </p:blipFill>
        <p:spPr>
          <a:xfrm>
            <a:off x="230281" y="2063703"/>
            <a:ext cx="5010150" cy="4391025"/>
          </a:xfrm>
          <a:prstGeom prst="rect">
            <a:avLst/>
          </a:prstGeom>
        </p:spPr>
      </p:pic>
    </p:spTree>
    <p:extLst>
      <p:ext uri="{BB962C8B-B14F-4D97-AF65-F5344CB8AC3E}">
        <p14:creationId xmlns:p14="http://schemas.microsoft.com/office/powerpoint/2010/main" val="419695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425E4C-1BE6-4FA7-17D5-1B0B39A223E1}"/>
              </a:ext>
            </a:extLst>
          </p:cNvPr>
          <p:cNvSpPr>
            <a:spLocks noGrp="1"/>
          </p:cNvSpPr>
          <p:nvPr>
            <p:ph idx="1"/>
          </p:nvPr>
        </p:nvSpPr>
        <p:spPr>
          <a:xfrm>
            <a:off x="403412" y="367552"/>
            <a:ext cx="5450541" cy="5020236"/>
          </a:xfrm>
        </p:spPr>
        <p:txBody>
          <a:bodyPr>
            <a:normAutofit fontScale="70000" lnSpcReduction="20000"/>
          </a:bodyPr>
          <a:lstStyle/>
          <a:p>
            <a:pPr marL="0" indent="0">
              <a:buNone/>
            </a:pPr>
            <a:r>
              <a:rPr lang="en-IN" dirty="0"/>
              <a:t># 2. Add new player</a:t>
            </a:r>
          </a:p>
          <a:p>
            <a:pPr marL="0" indent="0">
              <a:buNone/>
            </a:pPr>
            <a:r>
              <a:rPr lang="en-IN" dirty="0"/>
              <a:t>    </a:t>
            </a:r>
            <a:r>
              <a:rPr lang="en-IN" dirty="0" err="1"/>
              <a:t>elif</a:t>
            </a:r>
            <a:r>
              <a:rPr lang="en-IN" dirty="0"/>
              <a:t> choice == 2:</a:t>
            </a:r>
          </a:p>
          <a:p>
            <a:pPr marL="0" indent="0">
              <a:buNone/>
            </a:pPr>
            <a:r>
              <a:rPr lang="en-IN" dirty="0"/>
              <a:t>        </a:t>
            </a:r>
            <a:r>
              <a:rPr lang="en-IN" dirty="0" err="1"/>
              <a:t>pid</a:t>
            </a:r>
            <a:r>
              <a:rPr lang="en-IN" dirty="0"/>
              <a:t> = int(input("Enter Player ID: "))</a:t>
            </a:r>
          </a:p>
          <a:p>
            <a:pPr marL="0" indent="0">
              <a:buNone/>
            </a:pPr>
            <a:r>
              <a:rPr lang="en-IN" dirty="0"/>
              <a:t>        name = input("Enter Player Name: ")</a:t>
            </a:r>
          </a:p>
          <a:p>
            <a:pPr marL="0" indent="0">
              <a:buNone/>
            </a:pPr>
            <a:r>
              <a:rPr lang="en-IN" dirty="0"/>
              <a:t>        team = input("Enter Team Name: ")</a:t>
            </a:r>
          </a:p>
          <a:p>
            <a:pPr marL="0" indent="0">
              <a:buNone/>
            </a:pPr>
            <a:r>
              <a:rPr lang="en-IN" dirty="0"/>
              <a:t>        matches = int(input("Enter Matches Played: "))</a:t>
            </a:r>
          </a:p>
          <a:p>
            <a:pPr marL="0" indent="0">
              <a:buNone/>
            </a:pPr>
            <a:r>
              <a:rPr lang="en-IN" dirty="0"/>
              <a:t>        wins = int(input("Enter Wins: "))</a:t>
            </a:r>
          </a:p>
          <a:p>
            <a:pPr marL="0" indent="0">
              <a:buNone/>
            </a:pPr>
            <a:r>
              <a:rPr lang="en-IN" dirty="0"/>
              <a:t>        earnings = int(input("Enter Earnings: "))</a:t>
            </a:r>
          </a:p>
          <a:p>
            <a:pPr marL="0" indent="0">
              <a:buNone/>
            </a:pPr>
            <a:endParaRPr lang="en-IN" dirty="0"/>
          </a:p>
          <a:p>
            <a:pPr marL="0" indent="0">
              <a:buNone/>
            </a:pPr>
            <a:r>
              <a:rPr lang="en-IN" dirty="0"/>
              <a:t>        </a:t>
            </a:r>
            <a:r>
              <a:rPr lang="en-IN" dirty="0" err="1"/>
              <a:t>df.loc</a:t>
            </a:r>
            <a:r>
              <a:rPr lang="en-IN" dirty="0"/>
              <a:t>[</a:t>
            </a:r>
            <a:r>
              <a:rPr lang="en-IN" dirty="0" err="1"/>
              <a:t>len</a:t>
            </a:r>
            <a:r>
              <a:rPr lang="en-IN" dirty="0"/>
              <a:t>(</a:t>
            </a:r>
            <a:r>
              <a:rPr lang="en-IN" dirty="0" err="1"/>
              <a:t>df</a:t>
            </a:r>
            <a:r>
              <a:rPr lang="en-IN" dirty="0"/>
              <a:t>)] = [</a:t>
            </a:r>
            <a:r>
              <a:rPr lang="en-IN" dirty="0" err="1"/>
              <a:t>pid</a:t>
            </a:r>
            <a:r>
              <a:rPr lang="en-IN" dirty="0"/>
              <a:t>, name, team, "Valorant", matches, wins, earnings]</a:t>
            </a:r>
          </a:p>
          <a:p>
            <a:pPr marL="0" indent="0">
              <a:buNone/>
            </a:pPr>
            <a:r>
              <a:rPr lang="en-IN" dirty="0"/>
              <a:t>        </a:t>
            </a:r>
            <a:r>
              <a:rPr lang="en-IN" dirty="0" err="1"/>
              <a:t>df.to_csv</a:t>
            </a:r>
            <a:r>
              <a:rPr lang="en-IN" dirty="0"/>
              <a:t>(FILE_NAME, index=False)</a:t>
            </a:r>
          </a:p>
          <a:p>
            <a:pPr marL="0" indent="0">
              <a:buNone/>
            </a:pPr>
            <a:endParaRPr lang="en-IN" dirty="0"/>
          </a:p>
          <a:p>
            <a:pPr marL="0" indent="0">
              <a:buNone/>
            </a:pPr>
            <a:r>
              <a:rPr lang="en-IN" dirty="0"/>
              <a:t>        print("Player added successfully.")</a:t>
            </a:r>
          </a:p>
        </p:txBody>
      </p:sp>
      <p:pic>
        <p:nvPicPr>
          <p:cNvPr id="7" name="Picture 6" descr="A screenshot of a game&#10;&#10;AI-generated content may be incorrect.">
            <a:extLst>
              <a:ext uri="{FF2B5EF4-FFF2-40B4-BE49-F238E27FC236}">
                <a16:creationId xmlns:a16="http://schemas.microsoft.com/office/drawing/2014/main" id="{8D964521-ED11-9F96-C455-B158A38FC051}"/>
              </a:ext>
            </a:extLst>
          </p:cNvPr>
          <p:cNvPicPr>
            <a:picLocks noChangeAspect="1"/>
          </p:cNvPicPr>
          <p:nvPr/>
        </p:nvPicPr>
        <p:blipFill>
          <a:blip r:embed="rId2"/>
          <a:stretch>
            <a:fillRect/>
          </a:stretch>
        </p:blipFill>
        <p:spPr>
          <a:xfrm>
            <a:off x="5853953" y="749393"/>
            <a:ext cx="3562350" cy="2867025"/>
          </a:xfrm>
          <a:prstGeom prst="rect">
            <a:avLst/>
          </a:prstGeom>
        </p:spPr>
      </p:pic>
    </p:spTree>
    <p:extLst>
      <p:ext uri="{BB962C8B-B14F-4D97-AF65-F5344CB8AC3E}">
        <p14:creationId xmlns:p14="http://schemas.microsoft.com/office/powerpoint/2010/main" val="3497136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E791264-6171-13B7-F4CD-0CB6D8F27713}"/>
              </a:ext>
            </a:extLst>
          </p:cNvPr>
          <p:cNvPicPr>
            <a:picLocks noGrp="1" noChangeAspect="1"/>
          </p:cNvPicPr>
          <p:nvPr>
            <p:ph idx="1"/>
          </p:nvPr>
        </p:nvPicPr>
        <p:blipFill>
          <a:blip r:embed="rId2"/>
          <a:stretch>
            <a:fillRect/>
          </a:stretch>
        </p:blipFill>
        <p:spPr>
          <a:xfrm>
            <a:off x="802060" y="3906371"/>
            <a:ext cx="4505325" cy="2400300"/>
          </a:xfrm>
          <a:prstGeom prst="rect">
            <a:avLst/>
          </a:prstGeom>
        </p:spPr>
      </p:pic>
      <p:sp>
        <p:nvSpPr>
          <p:cNvPr id="7" name="TextBox 6">
            <a:extLst>
              <a:ext uri="{FF2B5EF4-FFF2-40B4-BE49-F238E27FC236}">
                <a16:creationId xmlns:a16="http://schemas.microsoft.com/office/drawing/2014/main" id="{C896DEF8-561B-D588-72DF-EA89BD35CC5C}"/>
              </a:ext>
            </a:extLst>
          </p:cNvPr>
          <p:cNvSpPr txBox="1"/>
          <p:nvPr/>
        </p:nvSpPr>
        <p:spPr>
          <a:xfrm>
            <a:off x="466165" y="843677"/>
            <a:ext cx="6096000" cy="2585323"/>
          </a:xfrm>
          <a:prstGeom prst="rect">
            <a:avLst/>
          </a:prstGeom>
          <a:noFill/>
        </p:spPr>
        <p:txBody>
          <a:bodyPr wrap="square">
            <a:spAutoFit/>
          </a:bodyPr>
          <a:lstStyle/>
          <a:p>
            <a:r>
              <a:rPr lang="en-IN" dirty="0"/>
              <a:t># 3. Search players by team</a:t>
            </a:r>
          </a:p>
          <a:p>
            <a:r>
              <a:rPr lang="en-IN" dirty="0"/>
              <a:t>    </a:t>
            </a:r>
            <a:r>
              <a:rPr lang="en-IN" dirty="0" err="1"/>
              <a:t>elif</a:t>
            </a:r>
            <a:r>
              <a:rPr lang="en-IN" dirty="0"/>
              <a:t> choice == 3:</a:t>
            </a:r>
          </a:p>
          <a:p>
            <a:r>
              <a:rPr lang="en-IN" dirty="0"/>
              <a:t>        t = input("Enter team name: ")</a:t>
            </a:r>
          </a:p>
          <a:p>
            <a:r>
              <a:rPr lang="en-IN" dirty="0"/>
              <a:t>        result = </a:t>
            </a:r>
            <a:r>
              <a:rPr lang="en-IN" dirty="0" err="1"/>
              <a:t>df</a:t>
            </a:r>
            <a:r>
              <a:rPr lang="en-IN" dirty="0"/>
              <a:t>[</a:t>
            </a:r>
            <a:r>
              <a:rPr lang="en-IN" dirty="0" err="1"/>
              <a:t>df</a:t>
            </a:r>
            <a:r>
              <a:rPr lang="en-IN" dirty="0"/>
              <a:t>["Team"] == t]</a:t>
            </a:r>
          </a:p>
          <a:p>
            <a:endParaRPr lang="en-IN" dirty="0"/>
          </a:p>
          <a:p>
            <a:r>
              <a:rPr lang="en-IN" dirty="0"/>
              <a:t>        if </a:t>
            </a:r>
            <a:r>
              <a:rPr lang="en-IN" dirty="0" err="1"/>
              <a:t>result.empty</a:t>
            </a:r>
            <a:r>
              <a:rPr lang="en-IN" dirty="0"/>
              <a:t>:</a:t>
            </a:r>
          </a:p>
          <a:p>
            <a:r>
              <a:rPr lang="en-IN" dirty="0"/>
              <a:t>            print("No players found.")</a:t>
            </a:r>
          </a:p>
          <a:p>
            <a:r>
              <a:rPr lang="en-IN" dirty="0"/>
              <a:t>        else:</a:t>
            </a:r>
          </a:p>
          <a:p>
            <a:r>
              <a:rPr lang="en-IN" dirty="0"/>
              <a:t>            print(result)</a:t>
            </a:r>
          </a:p>
        </p:txBody>
      </p:sp>
    </p:spTree>
    <p:extLst>
      <p:ext uri="{BB962C8B-B14F-4D97-AF65-F5344CB8AC3E}">
        <p14:creationId xmlns:p14="http://schemas.microsoft.com/office/powerpoint/2010/main" val="510853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60F104-BA3F-58AF-1A89-EEF2386B02D9}"/>
              </a:ext>
            </a:extLst>
          </p:cNvPr>
          <p:cNvSpPr>
            <a:spLocks noGrp="1"/>
          </p:cNvSpPr>
          <p:nvPr>
            <p:ph idx="1"/>
          </p:nvPr>
        </p:nvSpPr>
        <p:spPr>
          <a:xfrm>
            <a:off x="394448" y="573741"/>
            <a:ext cx="6786282" cy="4966447"/>
          </a:xfrm>
        </p:spPr>
        <p:txBody>
          <a:bodyPr>
            <a:normAutofit fontScale="85000" lnSpcReduction="10000"/>
          </a:bodyPr>
          <a:lstStyle/>
          <a:p>
            <a:pPr marL="0" indent="0">
              <a:buNone/>
            </a:pPr>
            <a:r>
              <a:rPr lang="en-IN" dirty="0"/>
              <a:t> # 4. Update player wins</a:t>
            </a:r>
          </a:p>
          <a:p>
            <a:pPr marL="0" indent="0">
              <a:buNone/>
            </a:pPr>
            <a:r>
              <a:rPr lang="en-IN" dirty="0"/>
              <a:t>    </a:t>
            </a:r>
            <a:r>
              <a:rPr lang="en-IN" dirty="0" err="1"/>
              <a:t>elif</a:t>
            </a:r>
            <a:r>
              <a:rPr lang="en-IN" dirty="0"/>
              <a:t> choice == 4:</a:t>
            </a:r>
          </a:p>
          <a:p>
            <a:pPr marL="0" indent="0">
              <a:buNone/>
            </a:pPr>
            <a:r>
              <a:rPr lang="en-IN" dirty="0"/>
              <a:t>        </a:t>
            </a:r>
            <a:r>
              <a:rPr lang="en-IN" dirty="0" err="1"/>
              <a:t>pid</a:t>
            </a:r>
            <a:r>
              <a:rPr lang="en-IN" dirty="0"/>
              <a:t> = int(input("Enter Player ID: "))</a:t>
            </a:r>
          </a:p>
          <a:p>
            <a:pPr marL="0" indent="0">
              <a:buNone/>
            </a:pPr>
            <a:r>
              <a:rPr lang="en-IN" dirty="0"/>
              <a:t>        </a:t>
            </a:r>
            <a:r>
              <a:rPr lang="en-IN" dirty="0" err="1"/>
              <a:t>new_wins</a:t>
            </a:r>
            <a:r>
              <a:rPr lang="en-IN" dirty="0"/>
              <a:t> = int(input("Enter updated wins: "))</a:t>
            </a:r>
          </a:p>
          <a:p>
            <a:pPr marL="0" indent="0">
              <a:buNone/>
            </a:pPr>
            <a:endParaRPr lang="en-IN" dirty="0"/>
          </a:p>
          <a:p>
            <a:pPr marL="0" indent="0">
              <a:buNone/>
            </a:pPr>
            <a:r>
              <a:rPr lang="en-IN" dirty="0"/>
              <a:t>        if </a:t>
            </a:r>
            <a:r>
              <a:rPr lang="en-IN" dirty="0" err="1"/>
              <a:t>pid</a:t>
            </a:r>
            <a:r>
              <a:rPr lang="en-IN" dirty="0"/>
              <a:t> in </a:t>
            </a:r>
            <a:r>
              <a:rPr lang="en-IN" dirty="0" err="1"/>
              <a:t>df</a:t>
            </a:r>
            <a:r>
              <a:rPr lang="en-IN" dirty="0"/>
              <a:t>["</a:t>
            </a:r>
            <a:r>
              <a:rPr lang="en-IN" dirty="0" err="1"/>
              <a:t>Player_ID</a:t>
            </a:r>
            <a:r>
              <a:rPr lang="en-IN" dirty="0"/>
              <a:t>"].values:</a:t>
            </a:r>
          </a:p>
          <a:p>
            <a:pPr marL="0" indent="0">
              <a:buNone/>
            </a:pPr>
            <a:r>
              <a:rPr lang="en-IN" dirty="0"/>
              <a:t>            </a:t>
            </a:r>
            <a:r>
              <a:rPr lang="en-IN" dirty="0" err="1"/>
              <a:t>df.loc</a:t>
            </a:r>
            <a:r>
              <a:rPr lang="en-IN" dirty="0"/>
              <a:t>[</a:t>
            </a:r>
            <a:r>
              <a:rPr lang="en-IN" dirty="0" err="1"/>
              <a:t>df</a:t>
            </a:r>
            <a:r>
              <a:rPr lang="en-IN" dirty="0"/>
              <a:t>["</a:t>
            </a:r>
            <a:r>
              <a:rPr lang="en-IN" dirty="0" err="1"/>
              <a:t>Player_ID</a:t>
            </a:r>
            <a:r>
              <a:rPr lang="en-IN" dirty="0"/>
              <a:t>"] == </a:t>
            </a:r>
            <a:r>
              <a:rPr lang="en-IN" dirty="0" err="1"/>
              <a:t>pid</a:t>
            </a:r>
            <a:r>
              <a:rPr lang="en-IN" dirty="0"/>
              <a:t>, "Wins"] = </a:t>
            </a:r>
            <a:r>
              <a:rPr lang="en-IN" dirty="0" err="1"/>
              <a:t>new_wins</a:t>
            </a:r>
            <a:endParaRPr lang="en-IN" dirty="0"/>
          </a:p>
          <a:p>
            <a:pPr marL="0" indent="0">
              <a:buNone/>
            </a:pPr>
            <a:r>
              <a:rPr lang="en-IN" dirty="0"/>
              <a:t>            </a:t>
            </a:r>
            <a:r>
              <a:rPr lang="en-IN" dirty="0" err="1"/>
              <a:t>df.to_csv</a:t>
            </a:r>
            <a:r>
              <a:rPr lang="en-IN" dirty="0"/>
              <a:t>(FILE_NAME, index=False)</a:t>
            </a:r>
          </a:p>
          <a:p>
            <a:pPr marL="0" indent="0">
              <a:buNone/>
            </a:pPr>
            <a:r>
              <a:rPr lang="en-IN" dirty="0"/>
              <a:t>            print("Record updated successfully.")</a:t>
            </a:r>
          </a:p>
          <a:p>
            <a:pPr marL="0" indent="0">
              <a:buNone/>
            </a:pPr>
            <a:r>
              <a:rPr lang="en-IN" dirty="0"/>
              <a:t>        else:</a:t>
            </a:r>
          </a:p>
          <a:p>
            <a:pPr marL="0" indent="0">
              <a:buNone/>
            </a:pPr>
            <a:r>
              <a:rPr lang="en-IN" dirty="0"/>
              <a:t>            print("Player not found.")</a:t>
            </a:r>
          </a:p>
        </p:txBody>
      </p:sp>
      <p:pic>
        <p:nvPicPr>
          <p:cNvPr id="5" name="Picture 4" descr="A screenshot of a game&#10;&#10;AI-generated content may be incorrect.">
            <a:extLst>
              <a:ext uri="{FF2B5EF4-FFF2-40B4-BE49-F238E27FC236}">
                <a16:creationId xmlns:a16="http://schemas.microsoft.com/office/drawing/2014/main" id="{3523FC97-14B5-19D7-F987-CE5BDE38E14F}"/>
              </a:ext>
            </a:extLst>
          </p:cNvPr>
          <p:cNvPicPr>
            <a:picLocks noChangeAspect="1"/>
          </p:cNvPicPr>
          <p:nvPr/>
        </p:nvPicPr>
        <p:blipFill>
          <a:blip r:embed="rId2"/>
          <a:stretch>
            <a:fillRect/>
          </a:stretch>
        </p:blipFill>
        <p:spPr>
          <a:xfrm>
            <a:off x="7704605" y="573741"/>
            <a:ext cx="3524250" cy="2228850"/>
          </a:xfrm>
          <a:prstGeom prst="rect">
            <a:avLst/>
          </a:prstGeom>
        </p:spPr>
      </p:pic>
    </p:spTree>
    <p:extLst>
      <p:ext uri="{BB962C8B-B14F-4D97-AF65-F5344CB8AC3E}">
        <p14:creationId xmlns:p14="http://schemas.microsoft.com/office/powerpoint/2010/main" val="2783548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16E530-D6CA-D2EE-E8B1-1BC4FBC2257A}"/>
              </a:ext>
            </a:extLst>
          </p:cNvPr>
          <p:cNvSpPr>
            <a:spLocks noGrp="1"/>
          </p:cNvSpPr>
          <p:nvPr>
            <p:ph idx="1"/>
          </p:nvPr>
        </p:nvSpPr>
        <p:spPr>
          <a:xfrm>
            <a:off x="376518" y="430305"/>
            <a:ext cx="11004176" cy="5764587"/>
          </a:xfrm>
        </p:spPr>
        <p:txBody>
          <a:bodyPr/>
          <a:lstStyle/>
          <a:p>
            <a:pPr marL="0" indent="0">
              <a:buNone/>
            </a:pPr>
            <a:r>
              <a:rPr lang="en-US" dirty="0"/>
              <a:t> # 5. Show top performer</a:t>
            </a:r>
          </a:p>
          <a:p>
            <a:pPr marL="0" indent="0">
              <a:buNone/>
            </a:pPr>
            <a:r>
              <a:rPr lang="en-US" dirty="0"/>
              <a:t>    </a:t>
            </a:r>
            <a:r>
              <a:rPr lang="en-US" dirty="0" err="1"/>
              <a:t>elif</a:t>
            </a:r>
            <a:r>
              <a:rPr lang="en-US" dirty="0"/>
              <a:t> choice == 5:</a:t>
            </a:r>
          </a:p>
          <a:p>
            <a:pPr marL="0" indent="0">
              <a:buNone/>
            </a:pPr>
            <a:r>
              <a:rPr lang="en-US" dirty="0"/>
              <a:t>        top = </a:t>
            </a:r>
            <a:r>
              <a:rPr lang="en-US" dirty="0" err="1"/>
              <a:t>df.loc</a:t>
            </a:r>
            <a:r>
              <a:rPr lang="en-US" dirty="0"/>
              <a:t>[</a:t>
            </a:r>
            <a:r>
              <a:rPr lang="en-US" dirty="0" err="1"/>
              <a:t>df</a:t>
            </a:r>
            <a:r>
              <a:rPr lang="en-US" dirty="0"/>
              <a:t>["Wins"].</a:t>
            </a:r>
            <a:r>
              <a:rPr lang="en-US" dirty="0" err="1"/>
              <a:t>idxmax</a:t>
            </a:r>
            <a:r>
              <a:rPr lang="en-US" dirty="0"/>
              <a:t>()]</a:t>
            </a:r>
          </a:p>
          <a:p>
            <a:pPr marL="0" indent="0">
              <a:buNone/>
            </a:pPr>
            <a:r>
              <a:rPr lang="en-US" dirty="0"/>
              <a:t>        print("\n--- Top Valorant Performer ---\n")</a:t>
            </a:r>
          </a:p>
          <a:p>
            <a:pPr marL="0" indent="0">
              <a:buNone/>
            </a:pPr>
            <a:r>
              <a:rPr lang="en-US" dirty="0"/>
              <a:t>        print(top)</a:t>
            </a:r>
            <a:endParaRPr lang="en-IN" dirty="0"/>
          </a:p>
        </p:txBody>
      </p:sp>
      <p:pic>
        <p:nvPicPr>
          <p:cNvPr id="5" name="Picture 4" descr="A screenshot of a computer program&#10;&#10;AI-generated content may be incorrect.">
            <a:extLst>
              <a:ext uri="{FF2B5EF4-FFF2-40B4-BE49-F238E27FC236}">
                <a16:creationId xmlns:a16="http://schemas.microsoft.com/office/drawing/2014/main" id="{B79D74E0-9CA0-C174-90B1-CE9B5926F678}"/>
              </a:ext>
            </a:extLst>
          </p:cNvPr>
          <p:cNvPicPr>
            <a:picLocks noChangeAspect="1"/>
          </p:cNvPicPr>
          <p:nvPr/>
        </p:nvPicPr>
        <p:blipFill>
          <a:blip r:embed="rId3"/>
          <a:stretch>
            <a:fillRect/>
          </a:stretch>
        </p:blipFill>
        <p:spPr>
          <a:xfrm>
            <a:off x="2805393" y="2508438"/>
            <a:ext cx="3981450" cy="3533775"/>
          </a:xfrm>
          <a:prstGeom prst="rect">
            <a:avLst/>
          </a:prstGeom>
        </p:spPr>
      </p:pic>
    </p:spTree>
    <p:extLst>
      <p:ext uri="{BB962C8B-B14F-4D97-AF65-F5344CB8AC3E}">
        <p14:creationId xmlns:p14="http://schemas.microsoft.com/office/powerpoint/2010/main" val="211179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F1247E-284C-BA24-42F2-4A3AC1AF3A44}"/>
              </a:ext>
            </a:extLst>
          </p:cNvPr>
          <p:cNvSpPr>
            <a:spLocks noGrp="1"/>
          </p:cNvSpPr>
          <p:nvPr>
            <p:ph idx="1"/>
          </p:nvPr>
        </p:nvSpPr>
        <p:spPr>
          <a:xfrm>
            <a:off x="331694" y="277906"/>
            <a:ext cx="11022106" cy="5899057"/>
          </a:xfrm>
        </p:spPr>
        <p:txBody>
          <a:bodyPr/>
          <a:lstStyle/>
          <a:p>
            <a:pPr marL="0" indent="0">
              <a:buNone/>
            </a:pPr>
            <a:r>
              <a:rPr lang="en-IN" dirty="0"/>
              <a:t># 6. Show KDA graph</a:t>
            </a:r>
          </a:p>
          <a:p>
            <a:pPr marL="0" indent="0">
              <a:buNone/>
            </a:pPr>
            <a:r>
              <a:rPr lang="en-IN" dirty="0"/>
              <a:t>    </a:t>
            </a:r>
            <a:r>
              <a:rPr lang="en-IN" dirty="0" err="1"/>
              <a:t>elif</a:t>
            </a:r>
            <a:r>
              <a:rPr lang="en-IN" dirty="0"/>
              <a:t> choice == 6:</a:t>
            </a:r>
          </a:p>
          <a:p>
            <a:pPr marL="0" indent="0">
              <a:buNone/>
            </a:pPr>
            <a:r>
              <a:rPr lang="en-IN" dirty="0"/>
              <a:t>        </a:t>
            </a:r>
            <a:r>
              <a:rPr lang="en-IN" dirty="0" err="1"/>
              <a:t>df</a:t>
            </a:r>
            <a:r>
              <a:rPr lang="en-IN" dirty="0"/>
              <a:t>["KDA"] = </a:t>
            </a:r>
            <a:r>
              <a:rPr lang="en-IN" dirty="0" err="1"/>
              <a:t>df</a:t>
            </a:r>
            <a:r>
              <a:rPr lang="en-IN" dirty="0"/>
              <a:t>["Wins"] / </a:t>
            </a:r>
            <a:r>
              <a:rPr lang="en-IN" dirty="0" err="1"/>
              <a:t>df</a:t>
            </a:r>
            <a:r>
              <a:rPr lang="en-IN" dirty="0"/>
              <a:t>["Matches"]</a:t>
            </a:r>
          </a:p>
          <a:p>
            <a:pPr marL="0" indent="0">
              <a:buNone/>
            </a:pPr>
            <a:endParaRPr lang="en-IN" dirty="0"/>
          </a:p>
          <a:p>
            <a:pPr marL="0" indent="0">
              <a:buNone/>
            </a:pPr>
            <a:r>
              <a:rPr lang="en-IN" dirty="0"/>
              <a:t>        </a:t>
            </a:r>
            <a:r>
              <a:rPr lang="en-IN" dirty="0" err="1"/>
              <a:t>plt.bar</a:t>
            </a:r>
            <a:r>
              <a:rPr lang="en-IN" dirty="0"/>
              <a:t>(</a:t>
            </a:r>
            <a:r>
              <a:rPr lang="en-IN" dirty="0" err="1"/>
              <a:t>df</a:t>
            </a:r>
            <a:r>
              <a:rPr lang="en-IN" dirty="0"/>
              <a:t>["</a:t>
            </a:r>
            <a:r>
              <a:rPr lang="en-IN" dirty="0" err="1"/>
              <a:t>Player_Name</a:t>
            </a:r>
            <a:r>
              <a:rPr lang="en-IN" dirty="0"/>
              <a:t>"], </a:t>
            </a:r>
            <a:r>
              <a:rPr lang="en-IN" dirty="0" err="1"/>
              <a:t>df</a:t>
            </a:r>
            <a:r>
              <a:rPr lang="en-IN" dirty="0"/>
              <a:t>["KDA"])</a:t>
            </a:r>
          </a:p>
          <a:p>
            <a:pPr marL="0" indent="0">
              <a:buNone/>
            </a:pPr>
            <a:r>
              <a:rPr lang="en-IN" dirty="0"/>
              <a:t>        </a:t>
            </a:r>
            <a:r>
              <a:rPr lang="en-IN" dirty="0" err="1"/>
              <a:t>plt.xlabel</a:t>
            </a:r>
            <a:r>
              <a:rPr lang="en-IN" dirty="0"/>
              <a:t>("Player Name")</a:t>
            </a:r>
          </a:p>
          <a:p>
            <a:pPr marL="0" indent="0">
              <a:buNone/>
            </a:pPr>
            <a:r>
              <a:rPr lang="en-IN" dirty="0"/>
              <a:t>        </a:t>
            </a:r>
            <a:r>
              <a:rPr lang="en-IN" dirty="0" err="1"/>
              <a:t>plt.ylabel</a:t>
            </a:r>
            <a:r>
              <a:rPr lang="en-IN" dirty="0"/>
              <a:t>("KDA")</a:t>
            </a:r>
          </a:p>
          <a:p>
            <a:pPr marL="0" indent="0">
              <a:buNone/>
            </a:pPr>
            <a:r>
              <a:rPr lang="en-IN" dirty="0"/>
              <a:t>        </a:t>
            </a:r>
            <a:r>
              <a:rPr lang="en-IN" dirty="0" err="1"/>
              <a:t>plt.title</a:t>
            </a:r>
            <a:r>
              <a:rPr lang="en-IN" dirty="0"/>
              <a:t>("KDA of Valorant Players")</a:t>
            </a:r>
          </a:p>
          <a:p>
            <a:pPr marL="0" indent="0">
              <a:buNone/>
            </a:pPr>
            <a:r>
              <a:rPr lang="en-IN" dirty="0"/>
              <a:t>        </a:t>
            </a:r>
            <a:r>
              <a:rPr lang="en-IN" dirty="0" err="1"/>
              <a:t>plt.show</a:t>
            </a:r>
            <a:r>
              <a:rPr lang="en-IN" dirty="0"/>
              <a:t>()</a:t>
            </a:r>
          </a:p>
        </p:txBody>
      </p:sp>
      <p:pic>
        <p:nvPicPr>
          <p:cNvPr id="5" name="Picture 4" descr="A graph of blue bars&#10;&#10;AI-generated content may be incorrect.">
            <a:extLst>
              <a:ext uri="{FF2B5EF4-FFF2-40B4-BE49-F238E27FC236}">
                <a16:creationId xmlns:a16="http://schemas.microsoft.com/office/drawing/2014/main" id="{FC24C393-ACE6-7C38-CC2D-6CC982D30CC9}"/>
              </a:ext>
            </a:extLst>
          </p:cNvPr>
          <p:cNvPicPr>
            <a:picLocks noChangeAspect="1"/>
          </p:cNvPicPr>
          <p:nvPr/>
        </p:nvPicPr>
        <p:blipFill>
          <a:blip r:embed="rId2"/>
          <a:stretch>
            <a:fillRect/>
          </a:stretch>
        </p:blipFill>
        <p:spPr>
          <a:xfrm>
            <a:off x="6714565" y="0"/>
            <a:ext cx="5477435" cy="4520733"/>
          </a:xfrm>
          <a:prstGeom prst="rect">
            <a:avLst/>
          </a:prstGeom>
        </p:spPr>
      </p:pic>
    </p:spTree>
    <p:extLst>
      <p:ext uri="{BB962C8B-B14F-4D97-AF65-F5344CB8AC3E}">
        <p14:creationId xmlns:p14="http://schemas.microsoft.com/office/powerpoint/2010/main" val="4026561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5C99CD-643F-6BAA-616D-14EE172259F4}"/>
              </a:ext>
            </a:extLst>
          </p:cNvPr>
          <p:cNvSpPr>
            <a:spLocks noGrp="1"/>
          </p:cNvSpPr>
          <p:nvPr>
            <p:ph idx="1"/>
          </p:nvPr>
        </p:nvSpPr>
        <p:spPr>
          <a:xfrm>
            <a:off x="363071" y="301625"/>
            <a:ext cx="10515600" cy="4351338"/>
          </a:xfrm>
        </p:spPr>
        <p:txBody>
          <a:bodyPr>
            <a:normAutofit fontScale="55000" lnSpcReduction="20000"/>
          </a:bodyPr>
          <a:lstStyle/>
          <a:p>
            <a:pPr marL="0" indent="0">
              <a:buNone/>
            </a:pPr>
            <a:endParaRPr lang="en-US" dirty="0"/>
          </a:p>
          <a:p>
            <a:pPr marL="0" indent="0">
              <a:buNone/>
            </a:pPr>
            <a:r>
              <a:rPr lang="en-US" dirty="0"/>
              <a:t>    # 8. Players with wins greater than given value</a:t>
            </a:r>
          </a:p>
          <a:p>
            <a:pPr marL="0" indent="0">
              <a:buNone/>
            </a:pPr>
            <a:r>
              <a:rPr lang="en-US" dirty="0"/>
              <a:t>    </a:t>
            </a:r>
            <a:r>
              <a:rPr lang="en-US" dirty="0" err="1"/>
              <a:t>elif</a:t>
            </a:r>
            <a:r>
              <a:rPr lang="en-US" dirty="0"/>
              <a:t> choice == 8:</a:t>
            </a:r>
          </a:p>
          <a:p>
            <a:pPr marL="0" indent="0">
              <a:buNone/>
            </a:pPr>
            <a:r>
              <a:rPr lang="en-US" dirty="0"/>
              <a:t>        w = int(input("Enter minimum wins: "))</a:t>
            </a:r>
          </a:p>
          <a:p>
            <a:pPr marL="0" indent="0">
              <a:buNone/>
            </a:pPr>
            <a:r>
              <a:rPr lang="en-US" dirty="0"/>
              <a:t>        result = </a:t>
            </a:r>
            <a:r>
              <a:rPr lang="en-US" dirty="0" err="1"/>
              <a:t>df</a:t>
            </a:r>
            <a:r>
              <a:rPr lang="en-US" dirty="0"/>
              <a:t>[</a:t>
            </a:r>
            <a:r>
              <a:rPr lang="en-US" dirty="0" err="1"/>
              <a:t>df</a:t>
            </a:r>
            <a:r>
              <a:rPr lang="en-US" dirty="0"/>
              <a:t>["Wins"] &gt; w]</a:t>
            </a:r>
          </a:p>
          <a:p>
            <a:pPr marL="0" indent="0">
              <a:buNone/>
            </a:pPr>
            <a:endParaRPr lang="en-US" dirty="0"/>
          </a:p>
          <a:p>
            <a:pPr marL="0" indent="0">
              <a:buNone/>
            </a:pPr>
            <a:r>
              <a:rPr lang="en-US" dirty="0"/>
              <a:t>        if </a:t>
            </a:r>
            <a:r>
              <a:rPr lang="en-US" dirty="0" err="1"/>
              <a:t>result.empty</a:t>
            </a:r>
            <a:r>
              <a:rPr lang="en-US" dirty="0"/>
              <a:t>:</a:t>
            </a:r>
          </a:p>
          <a:p>
            <a:pPr marL="0" indent="0">
              <a:buNone/>
            </a:pPr>
            <a:r>
              <a:rPr lang="en-US" dirty="0"/>
              <a:t>            print("No players found.")</a:t>
            </a:r>
          </a:p>
          <a:p>
            <a:pPr marL="0" indent="0">
              <a:buNone/>
            </a:pPr>
            <a:r>
              <a:rPr lang="en-US" dirty="0"/>
              <a:t>        else:</a:t>
            </a:r>
          </a:p>
          <a:p>
            <a:pPr marL="0" indent="0">
              <a:buNone/>
            </a:pPr>
            <a:r>
              <a:rPr lang="en-US" dirty="0"/>
              <a:t>            print(result)</a:t>
            </a:r>
          </a:p>
          <a:p>
            <a:pPr marL="0" indent="0">
              <a:buNone/>
            </a:pPr>
            <a:endParaRPr lang="en-US" dirty="0"/>
          </a:p>
          <a:p>
            <a:pPr marL="0" indent="0">
              <a:buNone/>
            </a:pPr>
            <a:endParaRPr lang="en-US" dirty="0"/>
          </a:p>
          <a:p>
            <a:pPr marL="0" indent="0">
              <a:buNone/>
            </a:pPr>
            <a:r>
              <a:rPr lang="en-US" dirty="0"/>
              <a:t>    else:</a:t>
            </a:r>
          </a:p>
          <a:p>
            <a:pPr marL="0" indent="0">
              <a:buNone/>
            </a:pPr>
            <a:r>
              <a:rPr lang="en-US" dirty="0"/>
              <a:t>        print("Invalid choice.")</a:t>
            </a:r>
          </a:p>
          <a:p>
            <a:pPr marL="0" indent="0">
              <a:buNone/>
            </a:pPr>
            <a:endParaRPr lang="en-IN" dirty="0"/>
          </a:p>
        </p:txBody>
      </p:sp>
      <p:pic>
        <p:nvPicPr>
          <p:cNvPr id="5" name="Picture 4">
            <a:extLst>
              <a:ext uri="{FF2B5EF4-FFF2-40B4-BE49-F238E27FC236}">
                <a16:creationId xmlns:a16="http://schemas.microsoft.com/office/drawing/2014/main" id="{3F04EF4B-02DF-9177-07E9-EA629018BE08}"/>
              </a:ext>
            </a:extLst>
          </p:cNvPr>
          <p:cNvPicPr>
            <a:picLocks noChangeAspect="1"/>
          </p:cNvPicPr>
          <p:nvPr/>
        </p:nvPicPr>
        <p:blipFill>
          <a:blip r:embed="rId2"/>
          <a:stretch>
            <a:fillRect/>
          </a:stretch>
        </p:blipFill>
        <p:spPr>
          <a:xfrm>
            <a:off x="5223622" y="591950"/>
            <a:ext cx="4972050" cy="4257675"/>
          </a:xfrm>
          <a:prstGeom prst="rect">
            <a:avLst/>
          </a:prstGeom>
        </p:spPr>
      </p:pic>
    </p:spTree>
    <p:extLst>
      <p:ext uri="{BB962C8B-B14F-4D97-AF65-F5344CB8AC3E}">
        <p14:creationId xmlns:p14="http://schemas.microsoft.com/office/powerpoint/2010/main" val="435167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EAB5D8-FC09-C7F1-8CA0-965BD052D104}"/>
              </a:ext>
            </a:extLst>
          </p:cNvPr>
          <p:cNvSpPr>
            <a:spLocks noGrp="1"/>
          </p:cNvSpPr>
          <p:nvPr>
            <p:ph idx="1"/>
          </p:nvPr>
        </p:nvSpPr>
        <p:spPr>
          <a:xfrm>
            <a:off x="654424" y="484094"/>
            <a:ext cx="10699376" cy="5692869"/>
          </a:xfrm>
        </p:spPr>
        <p:txBody>
          <a:bodyPr/>
          <a:lstStyle/>
          <a:p>
            <a:pPr marL="0" indent="0">
              <a:buNone/>
            </a:pPr>
            <a:r>
              <a:rPr lang="en-US" dirty="0"/>
              <a:t>This project helped in understanding how e-sports player information can be managed in an organized manner. It made it easier to store, update and analyze player records such as matches, wins and earnings. The project also helped in learning how data can be represented visually to compare player performance. Overall, this project improved my understanding of handling data efficiently and showed how basic data management can be applied to real-life e-sports scenarios.</a:t>
            </a:r>
          </a:p>
          <a:p>
            <a:endParaRPr lang="en-IN" dirty="0"/>
          </a:p>
        </p:txBody>
      </p:sp>
    </p:spTree>
    <p:extLst>
      <p:ext uri="{BB962C8B-B14F-4D97-AF65-F5344CB8AC3E}">
        <p14:creationId xmlns:p14="http://schemas.microsoft.com/office/powerpoint/2010/main" val="18034934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ppt</Template>
  <TotalTime>3</TotalTime>
  <Words>979</Words>
  <Application>Microsoft Office PowerPoint</Application>
  <PresentationFormat>Widescreen</PresentationFormat>
  <Paragraphs>108</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PowerPoint Presentation</vt:lpstr>
      <vt:lpstr>Acknowledgement</vt:lpstr>
      <vt:lpstr>Index</vt:lpstr>
      <vt:lpstr>Introduction</vt:lpstr>
      <vt:lpstr>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Soham Khurana</dc:creator>
  <cp:lastModifiedBy>Soham Khurana</cp:lastModifiedBy>
  <cp:revision>1</cp:revision>
  <dcterms:created xsi:type="dcterms:W3CDTF">2026-01-04T09:37:30Z</dcterms:created>
  <dcterms:modified xsi:type="dcterms:W3CDTF">2026-01-04T11:40:28Z</dcterms:modified>
</cp:coreProperties>
</file>